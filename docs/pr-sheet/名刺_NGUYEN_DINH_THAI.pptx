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B0F0"/>
    <a:srgbClr val="FF0000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48"/>
    <p:restoredTop sz="94658"/>
  </p:normalViewPr>
  <p:slideViewPr>
    <p:cSldViewPr snapToGrid="0">
      <p:cViewPr>
        <p:scale>
          <a:sx n="96" d="100"/>
          <a:sy n="96" d="100"/>
        </p:scale>
        <p:origin x="29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3904" y="2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10FC2-234A-F447-AAAA-720BBAFDE046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97B25-F678-B748-9D09-FA426BE37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17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7B25-F678-B748-9D09-FA426BE37B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022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551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39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kumimoji="1"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68" userDrawn="1">
          <p15:clr>
            <a:srgbClr val="F26B43"/>
          </p15:clr>
        </p15:guide>
        <p15:guide id="2" pos="2381" userDrawn="1">
          <p15:clr>
            <a:srgbClr val="F26B43"/>
          </p15:clr>
        </p15:guide>
        <p15:guide id="3" pos="113" userDrawn="1">
          <p15:clr>
            <a:srgbClr val="F26B43"/>
          </p15:clr>
        </p15:guide>
        <p15:guide id="4" pos="4649" userDrawn="1">
          <p15:clr>
            <a:srgbClr val="F26B43"/>
          </p15:clr>
        </p15:guide>
        <p15:guide id="5" orient="horz" pos="192" userDrawn="1">
          <p15:clr>
            <a:srgbClr val="F26B43"/>
          </p15:clr>
        </p15:guide>
        <p15:guide id="6" orient="horz" pos="6543" userDrawn="1">
          <p15:clr>
            <a:srgbClr val="F26B43"/>
          </p15:clr>
        </p15:guide>
        <p15:guide id="7" orient="horz" pos="3549" userDrawn="1">
          <p15:clr>
            <a:srgbClr val="F26B43"/>
          </p15:clr>
        </p15:guide>
        <p15:guide id="8" orient="horz" pos="318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縦トンボ上"/>
          <p:cNvSpPr/>
          <p:nvPr/>
        </p:nvSpPr>
        <p:spPr>
          <a:xfrm>
            <a:off x="500400" y="216000"/>
            <a:ext cx="7200" cy="144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02" name="縦トンボ下"/>
          <p:cNvSpPr/>
          <p:nvPr/>
        </p:nvSpPr>
        <p:spPr>
          <a:xfrm>
            <a:off x="500400" y="10332000"/>
            <a:ext cx="7200" cy="144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03" name="縦トンボ上"/>
          <p:cNvSpPr/>
          <p:nvPr/>
        </p:nvSpPr>
        <p:spPr>
          <a:xfrm>
            <a:off x="3776400" y="216000"/>
            <a:ext cx="7200" cy="144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04" name="縦トンボ下"/>
          <p:cNvSpPr/>
          <p:nvPr/>
        </p:nvSpPr>
        <p:spPr>
          <a:xfrm>
            <a:off x="3776400" y="10332000"/>
            <a:ext cx="7200" cy="144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05" name="縦トンボ上"/>
          <p:cNvSpPr/>
          <p:nvPr/>
        </p:nvSpPr>
        <p:spPr>
          <a:xfrm>
            <a:off x="7052400" y="216000"/>
            <a:ext cx="7200" cy="144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06" name="縦トンボ下"/>
          <p:cNvSpPr/>
          <p:nvPr/>
        </p:nvSpPr>
        <p:spPr>
          <a:xfrm>
            <a:off x="7052400" y="10332000"/>
            <a:ext cx="7200" cy="144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07" name="横トンボ左"/>
          <p:cNvSpPr/>
          <p:nvPr/>
        </p:nvSpPr>
        <p:spPr>
          <a:xfrm>
            <a:off x="324000" y="392400"/>
            <a:ext cx="144000" cy="7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08" name="横トンボ右"/>
          <p:cNvSpPr/>
          <p:nvPr/>
        </p:nvSpPr>
        <p:spPr>
          <a:xfrm>
            <a:off x="7092000" y="392400"/>
            <a:ext cx="144000" cy="7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09" name="横トンボ左"/>
          <p:cNvSpPr/>
          <p:nvPr/>
        </p:nvSpPr>
        <p:spPr>
          <a:xfrm>
            <a:off x="324000" y="2372400"/>
            <a:ext cx="144000" cy="7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10" name="横トンボ右"/>
          <p:cNvSpPr/>
          <p:nvPr/>
        </p:nvSpPr>
        <p:spPr>
          <a:xfrm>
            <a:off x="7092000" y="2372400"/>
            <a:ext cx="144000" cy="7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11" name="横トンボ左"/>
          <p:cNvSpPr/>
          <p:nvPr/>
        </p:nvSpPr>
        <p:spPr>
          <a:xfrm>
            <a:off x="324000" y="4352400"/>
            <a:ext cx="144000" cy="7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12" name="横トンボ右"/>
          <p:cNvSpPr/>
          <p:nvPr/>
        </p:nvSpPr>
        <p:spPr>
          <a:xfrm>
            <a:off x="7092000" y="4352400"/>
            <a:ext cx="144000" cy="7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13" name="横トンボ左"/>
          <p:cNvSpPr/>
          <p:nvPr/>
        </p:nvSpPr>
        <p:spPr>
          <a:xfrm>
            <a:off x="324000" y="6332400"/>
            <a:ext cx="144000" cy="7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14" name="横トンボ右"/>
          <p:cNvSpPr/>
          <p:nvPr/>
        </p:nvSpPr>
        <p:spPr>
          <a:xfrm>
            <a:off x="7092000" y="6332400"/>
            <a:ext cx="144000" cy="7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15" name="横トンボ左"/>
          <p:cNvSpPr/>
          <p:nvPr/>
        </p:nvSpPr>
        <p:spPr>
          <a:xfrm>
            <a:off x="324000" y="8312400"/>
            <a:ext cx="144000" cy="7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16" name="横トンボ右"/>
          <p:cNvSpPr/>
          <p:nvPr/>
        </p:nvSpPr>
        <p:spPr>
          <a:xfrm>
            <a:off x="7092000" y="8312400"/>
            <a:ext cx="144000" cy="7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17" name="横トンボ左"/>
          <p:cNvSpPr/>
          <p:nvPr/>
        </p:nvSpPr>
        <p:spPr>
          <a:xfrm>
            <a:off x="324000" y="10292400"/>
            <a:ext cx="144000" cy="7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18" name="横トンボ右"/>
          <p:cNvSpPr/>
          <p:nvPr/>
        </p:nvSpPr>
        <p:spPr>
          <a:xfrm>
            <a:off x="7092000" y="10292400"/>
            <a:ext cx="144000" cy="72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19" name="カナ"/>
          <p:cNvSpPr txBox="1"/>
          <p:nvPr/>
        </p:nvSpPr>
        <p:spPr>
          <a:xfrm>
            <a:off x="756000" y="60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グエン ディン タイ</a:t>
            </a:r>
          </a:p>
        </p:txBody>
      </p:sp>
      <p:sp>
        <p:nvSpPr>
          <p:cNvPr id="920" name="氏名"/>
          <p:cNvSpPr txBox="1"/>
          <p:nvPr/>
        </p:nvSpPr>
        <p:spPr>
          <a:xfrm>
            <a:off x="756000" y="720000"/>
            <a:ext cx="2772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3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NGUYEN DINH THAI</a:t>
            </a:r>
          </a:p>
        </p:txBody>
      </p:sp>
      <p:sp>
        <p:nvSpPr>
          <p:cNvPr id="921" name="学校"/>
          <p:cNvSpPr txBox="1"/>
          <p:nvPr/>
        </p:nvSpPr>
        <p:spPr>
          <a:xfrm>
            <a:off x="756000" y="100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8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ECCコンピュータ専門学校</a:t>
            </a:r>
          </a:p>
        </p:txBody>
      </p:sp>
      <p:sp>
        <p:nvSpPr>
          <p:cNvPr id="922" name="学科"/>
          <p:cNvSpPr txBox="1"/>
          <p:nvPr/>
        </p:nvSpPr>
        <p:spPr>
          <a:xfrm>
            <a:off x="756000" y="114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マルチメディア研究学科　IT開発研究コース　2年</a:t>
            </a:r>
          </a:p>
        </p:txBody>
      </p:sp>
      <p:sp>
        <p:nvSpPr>
          <p:cNvPr id="923" name="卒業年"/>
          <p:cNvSpPr txBox="1"/>
          <p:nvPr/>
        </p:nvSpPr>
        <p:spPr>
          <a:xfrm>
            <a:off x="756000" y="127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2028年3月卒業予定（28卒）</a:t>
            </a:r>
          </a:p>
        </p:txBody>
      </p:sp>
      <p:sp>
        <p:nvSpPr>
          <p:cNvPr id="924" name="罫"/>
          <p:cNvSpPr/>
          <p:nvPr/>
        </p:nvSpPr>
        <p:spPr>
          <a:xfrm>
            <a:off x="756000" y="1432800"/>
            <a:ext cx="2772000" cy="72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25" name="志望職種"/>
          <p:cNvSpPr txBox="1"/>
          <p:nvPr/>
        </p:nvSpPr>
        <p:spPr>
          <a:xfrm>
            <a:off x="756000" y="15192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Webアプリケーションエンジニア／サーバーサイド志望</a:t>
            </a:r>
          </a:p>
        </p:txBody>
      </p:sp>
      <p:sp>
        <p:nvSpPr>
          <p:cNvPr id="926" name="使用技術"/>
          <p:cNvSpPr txBox="1"/>
          <p:nvPr/>
        </p:nvSpPr>
        <p:spPr>
          <a:xfrm>
            <a:off x="756000" y="168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21・Spring Boot 3・PostgreSQL・React 19</a:t>
            </a:r>
          </a:p>
        </p:txBody>
      </p:sp>
      <p:sp>
        <p:nvSpPr>
          <p:cNvPr id="927" name="メール"/>
          <p:cNvSpPr txBox="1"/>
          <p:nvPr/>
        </p:nvSpPr>
        <p:spPr>
          <a:xfrm>
            <a:off x="756000" y="1918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Email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voyazok11@gmail.com</a:t>
            </a:r>
          </a:p>
        </p:txBody>
      </p:sp>
      <p:sp>
        <p:nvSpPr>
          <p:cNvPr id="928" name="GitHub"/>
          <p:cNvSpPr txBox="1"/>
          <p:nvPr/>
        </p:nvSpPr>
        <p:spPr>
          <a:xfrm>
            <a:off x="756000" y="2062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github.com/jerryi2501</a:t>
            </a:r>
          </a:p>
        </p:txBody>
      </p:sp>
      <p:sp>
        <p:nvSpPr>
          <p:cNvPr id="929" name="カナ"/>
          <p:cNvSpPr txBox="1"/>
          <p:nvPr/>
        </p:nvSpPr>
        <p:spPr>
          <a:xfrm>
            <a:off x="4032000" y="60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グエン ディン タイ</a:t>
            </a:r>
          </a:p>
        </p:txBody>
      </p:sp>
      <p:sp>
        <p:nvSpPr>
          <p:cNvPr id="930" name="氏名"/>
          <p:cNvSpPr txBox="1"/>
          <p:nvPr/>
        </p:nvSpPr>
        <p:spPr>
          <a:xfrm>
            <a:off x="4032000" y="720000"/>
            <a:ext cx="2772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3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NGUYEN DINH THAI</a:t>
            </a:r>
          </a:p>
        </p:txBody>
      </p:sp>
      <p:sp>
        <p:nvSpPr>
          <p:cNvPr id="931" name="学校"/>
          <p:cNvSpPr txBox="1"/>
          <p:nvPr/>
        </p:nvSpPr>
        <p:spPr>
          <a:xfrm>
            <a:off x="4032000" y="100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8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ECCコンピュータ専門学校</a:t>
            </a:r>
          </a:p>
        </p:txBody>
      </p:sp>
      <p:sp>
        <p:nvSpPr>
          <p:cNvPr id="932" name="学科"/>
          <p:cNvSpPr txBox="1"/>
          <p:nvPr/>
        </p:nvSpPr>
        <p:spPr>
          <a:xfrm>
            <a:off x="4032000" y="114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マルチメディア研究学科　IT開発研究コース　2年</a:t>
            </a:r>
          </a:p>
        </p:txBody>
      </p:sp>
      <p:sp>
        <p:nvSpPr>
          <p:cNvPr id="933" name="卒業年"/>
          <p:cNvSpPr txBox="1"/>
          <p:nvPr/>
        </p:nvSpPr>
        <p:spPr>
          <a:xfrm>
            <a:off x="4032000" y="127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2028年3月卒業予定（28卒）</a:t>
            </a:r>
          </a:p>
        </p:txBody>
      </p:sp>
      <p:sp>
        <p:nvSpPr>
          <p:cNvPr id="934" name="罫"/>
          <p:cNvSpPr/>
          <p:nvPr/>
        </p:nvSpPr>
        <p:spPr>
          <a:xfrm>
            <a:off x="4032000" y="1432800"/>
            <a:ext cx="2772000" cy="72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35" name="志望職種"/>
          <p:cNvSpPr txBox="1"/>
          <p:nvPr/>
        </p:nvSpPr>
        <p:spPr>
          <a:xfrm>
            <a:off x="4032000" y="15192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Webアプリケーションエンジニア／サーバーサイド志望</a:t>
            </a:r>
          </a:p>
        </p:txBody>
      </p:sp>
      <p:sp>
        <p:nvSpPr>
          <p:cNvPr id="936" name="使用技術"/>
          <p:cNvSpPr txBox="1"/>
          <p:nvPr/>
        </p:nvSpPr>
        <p:spPr>
          <a:xfrm>
            <a:off x="4032000" y="168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21・Spring Boot 3・PostgreSQL・React 19</a:t>
            </a:r>
          </a:p>
        </p:txBody>
      </p:sp>
      <p:sp>
        <p:nvSpPr>
          <p:cNvPr id="937" name="メール"/>
          <p:cNvSpPr txBox="1"/>
          <p:nvPr/>
        </p:nvSpPr>
        <p:spPr>
          <a:xfrm>
            <a:off x="4032000" y="1918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Email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voyazok11@gmail.com</a:t>
            </a:r>
          </a:p>
        </p:txBody>
      </p:sp>
      <p:sp>
        <p:nvSpPr>
          <p:cNvPr id="938" name="GitHub"/>
          <p:cNvSpPr txBox="1"/>
          <p:nvPr/>
        </p:nvSpPr>
        <p:spPr>
          <a:xfrm>
            <a:off x="4032000" y="2062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github.com/jerryi2501</a:t>
            </a:r>
          </a:p>
        </p:txBody>
      </p:sp>
      <p:sp>
        <p:nvSpPr>
          <p:cNvPr id="939" name="カナ"/>
          <p:cNvSpPr txBox="1"/>
          <p:nvPr/>
        </p:nvSpPr>
        <p:spPr>
          <a:xfrm>
            <a:off x="756000" y="258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グエン ディン タイ</a:t>
            </a:r>
          </a:p>
        </p:txBody>
      </p:sp>
      <p:sp>
        <p:nvSpPr>
          <p:cNvPr id="940" name="氏名"/>
          <p:cNvSpPr txBox="1"/>
          <p:nvPr/>
        </p:nvSpPr>
        <p:spPr>
          <a:xfrm>
            <a:off x="756000" y="2700000"/>
            <a:ext cx="2772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3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NGUYEN DINH THAI</a:t>
            </a:r>
          </a:p>
        </p:txBody>
      </p:sp>
      <p:sp>
        <p:nvSpPr>
          <p:cNvPr id="941" name="学校"/>
          <p:cNvSpPr txBox="1"/>
          <p:nvPr/>
        </p:nvSpPr>
        <p:spPr>
          <a:xfrm>
            <a:off x="756000" y="298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8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ECCコンピュータ専門学校</a:t>
            </a:r>
          </a:p>
        </p:txBody>
      </p:sp>
      <p:sp>
        <p:nvSpPr>
          <p:cNvPr id="942" name="学科"/>
          <p:cNvSpPr txBox="1"/>
          <p:nvPr/>
        </p:nvSpPr>
        <p:spPr>
          <a:xfrm>
            <a:off x="756000" y="312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マルチメディア研究学科　IT開発研究コース　2年</a:t>
            </a:r>
          </a:p>
        </p:txBody>
      </p:sp>
      <p:sp>
        <p:nvSpPr>
          <p:cNvPr id="943" name="卒業年"/>
          <p:cNvSpPr txBox="1"/>
          <p:nvPr/>
        </p:nvSpPr>
        <p:spPr>
          <a:xfrm>
            <a:off x="756000" y="325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2028年3月卒業予定（28卒）</a:t>
            </a:r>
          </a:p>
        </p:txBody>
      </p:sp>
      <p:sp>
        <p:nvSpPr>
          <p:cNvPr id="944" name="罫"/>
          <p:cNvSpPr/>
          <p:nvPr/>
        </p:nvSpPr>
        <p:spPr>
          <a:xfrm>
            <a:off x="756000" y="3412800"/>
            <a:ext cx="2772000" cy="72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45" name="志望職種"/>
          <p:cNvSpPr txBox="1"/>
          <p:nvPr/>
        </p:nvSpPr>
        <p:spPr>
          <a:xfrm>
            <a:off x="756000" y="34992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Webアプリケーションエンジニア／サーバーサイド志望</a:t>
            </a:r>
          </a:p>
        </p:txBody>
      </p:sp>
      <p:sp>
        <p:nvSpPr>
          <p:cNvPr id="946" name="使用技術"/>
          <p:cNvSpPr txBox="1"/>
          <p:nvPr/>
        </p:nvSpPr>
        <p:spPr>
          <a:xfrm>
            <a:off x="756000" y="366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21・Spring Boot 3・PostgreSQL・React 19</a:t>
            </a:r>
          </a:p>
        </p:txBody>
      </p:sp>
      <p:sp>
        <p:nvSpPr>
          <p:cNvPr id="947" name="メール"/>
          <p:cNvSpPr txBox="1"/>
          <p:nvPr/>
        </p:nvSpPr>
        <p:spPr>
          <a:xfrm>
            <a:off x="756000" y="3898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Email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voyazok11@gmail.com</a:t>
            </a:r>
          </a:p>
        </p:txBody>
      </p:sp>
      <p:sp>
        <p:nvSpPr>
          <p:cNvPr id="948" name="GitHub"/>
          <p:cNvSpPr txBox="1"/>
          <p:nvPr/>
        </p:nvSpPr>
        <p:spPr>
          <a:xfrm>
            <a:off x="756000" y="4042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github.com/jerryi2501</a:t>
            </a:r>
          </a:p>
        </p:txBody>
      </p:sp>
      <p:sp>
        <p:nvSpPr>
          <p:cNvPr id="949" name="カナ"/>
          <p:cNvSpPr txBox="1"/>
          <p:nvPr/>
        </p:nvSpPr>
        <p:spPr>
          <a:xfrm>
            <a:off x="4032000" y="258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グエン ディン タイ</a:t>
            </a:r>
          </a:p>
        </p:txBody>
      </p:sp>
      <p:sp>
        <p:nvSpPr>
          <p:cNvPr id="950" name="氏名"/>
          <p:cNvSpPr txBox="1"/>
          <p:nvPr/>
        </p:nvSpPr>
        <p:spPr>
          <a:xfrm>
            <a:off x="4032000" y="2700000"/>
            <a:ext cx="2772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3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NGUYEN DINH THAI</a:t>
            </a:r>
          </a:p>
        </p:txBody>
      </p:sp>
      <p:sp>
        <p:nvSpPr>
          <p:cNvPr id="951" name="学校"/>
          <p:cNvSpPr txBox="1"/>
          <p:nvPr/>
        </p:nvSpPr>
        <p:spPr>
          <a:xfrm>
            <a:off x="4032000" y="298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8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ECCコンピュータ専門学校</a:t>
            </a:r>
          </a:p>
        </p:txBody>
      </p:sp>
      <p:sp>
        <p:nvSpPr>
          <p:cNvPr id="952" name="学科"/>
          <p:cNvSpPr txBox="1"/>
          <p:nvPr/>
        </p:nvSpPr>
        <p:spPr>
          <a:xfrm>
            <a:off x="4032000" y="312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マルチメディア研究学科　IT開発研究コース　2年</a:t>
            </a:r>
          </a:p>
        </p:txBody>
      </p:sp>
      <p:sp>
        <p:nvSpPr>
          <p:cNvPr id="953" name="卒業年"/>
          <p:cNvSpPr txBox="1"/>
          <p:nvPr/>
        </p:nvSpPr>
        <p:spPr>
          <a:xfrm>
            <a:off x="4032000" y="325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2028年3月卒業予定（28卒）</a:t>
            </a:r>
          </a:p>
        </p:txBody>
      </p:sp>
      <p:sp>
        <p:nvSpPr>
          <p:cNvPr id="954" name="罫"/>
          <p:cNvSpPr/>
          <p:nvPr/>
        </p:nvSpPr>
        <p:spPr>
          <a:xfrm>
            <a:off x="4032000" y="3412800"/>
            <a:ext cx="2772000" cy="72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55" name="志望職種"/>
          <p:cNvSpPr txBox="1"/>
          <p:nvPr/>
        </p:nvSpPr>
        <p:spPr>
          <a:xfrm>
            <a:off x="4032000" y="34992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Webアプリケーションエンジニア／サーバーサイド志望</a:t>
            </a:r>
          </a:p>
        </p:txBody>
      </p:sp>
      <p:sp>
        <p:nvSpPr>
          <p:cNvPr id="956" name="使用技術"/>
          <p:cNvSpPr txBox="1"/>
          <p:nvPr/>
        </p:nvSpPr>
        <p:spPr>
          <a:xfrm>
            <a:off x="4032000" y="366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21・Spring Boot 3・PostgreSQL・React 19</a:t>
            </a:r>
          </a:p>
        </p:txBody>
      </p:sp>
      <p:sp>
        <p:nvSpPr>
          <p:cNvPr id="957" name="メール"/>
          <p:cNvSpPr txBox="1"/>
          <p:nvPr/>
        </p:nvSpPr>
        <p:spPr>
          <a:xfrm>
            <a:off x="4032000" y="3898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Email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voyazok11@gmail.com</a:t>
            </a:r>
          </a:p>
        </p:txBody>
      </p:sp>
      <p:sp>
        <p:nvSpPr>
          <p:cNvPr id="958" name="GitHub"/>
          <p:cNvSpPr txBox="1"/>
          <p:nvPr/>
        </p:nvSpPr>
        <p:spPr>
          <a:xfrm>
            <a:off x="4032000" y="4042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github.com/jerryi2501</a:t>
            </a:r>
          </a:p>
        </p:txBody>
      </p:sp>
      <p:sp>
        <p:nvSpPr>
          <p:cNvPr id="959" name="カナ"/>
          <p:cNvSpPr txBox="1"/>
          <p:nvPr/>
        </p:nvSpPr>
        <p:spPr>
          <a:xfrm>
            <a:off x="756000" y="456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グエン ディン タイ</a:t>
            </a:r>
          </a:p>
        </p:txBody>
      </p:sp>
      <p:sp>
        <p:nvSpPr>
          <p:cNvPr id="960" name="氏名"/>
          <p:cNvSpPr txBox="1"/>
          <p:nvPr/>
        </p:nvSpPr>
        <p:spPr>
          <a:xfrm>
            <a:off x="756000" y="4680000"/>
            <a:ext cx="2772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3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NGUYEN DINH THAI</a:t>
            </a:r>
          </a:p>
        </p:txBody>
      </p:sp>
      <p:sp>
        <p:nvSpPr>
          <p:cNvPr id="961" name="学校"/>
          <p:cNvSpPr txBox="1"/>
          <p:nvPr/>
        </p:nvSpPr>
        <p:spPr>
          <a:xfrm>
            <a:off x="756000" y="496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8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ECCコンピュータ専門学校</a:t>
            </a:r>
          </a:p>
        </p:txBody>
      </p:sp>
      <p:sp>
        <p:nvSpPr>
          <p:cNvPr id="962" name="学科"/>
          <p:cNvSpPr txBox="1"/>
          <p:nvPr/>
        </p:nvSpPr>
        <p:spPr>
          <a:xfrm>
            <a:off x="756000" y="510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マルチメディア研究学科　IT開発研究コース　2年</a:t>
            </a:r>
          </a:p>
        </p:txBody>
      </p:sp>
      <p:sp>
        <p:nvSpPr>
          <p:cNvPr id="963" name="卒業年"/>
          <p:cNvSpPr txBox="1"/>
          <p:nvPr/>
        </p:nvSpPr>
        <p:spPr>
          <a:xfrm>
            <a:off x="756000" y="523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2028年3月卒業予定（28卒）</a:t>
            </a:r>
          </a:p>
        </p:txBody>
      </p:sp>
      <p:sp>
        <p:nvSpPr>
          <p:cNvPr id="964" name="罫"/>
          <p:cNvSpPr/>
          <p:nvPr/>
        </p:nvSpPr>
        <p:spPr>
          <a:xfrm>
            <a:off x="756000" y="5392800"/>
            <a:ext cx="2772000" cy="72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65" name="志望職種"/>
          <p:cNvSpPr txBox="1"/>
          <p:nvPr/>
        </p:nvSpPr>
        <p:spPr>
          <a:xfrm>
            <a:off x="756000" y="54792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Webアプリケーションエンジニア／サーバーサイド志望</a:t>
            </a:r>
          </a:p>
        </p:txBody>
      </p:sp>
      <p:sp>
        <p:nvSpPr>
          <p:cNvPr id="966" name="使用技術"/>
          <p:cNvSpPr txBox="1"/>
          <p:nvPr/>
        </p:nvSpPr>
        <p:spPr>
          <a:xfrm>
            <a:off x="756000" y="564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21・Spring Boot 3・PostgreSQL・React 19</a:t>
            </a:r>
          </a:p>
        </p:txBody>
      </p:sp>
      <p:sp>
        <p:nvSpPr>
          <p:cNvPr id="967" name="メール"/>
          <p:cNvSpPr txBox="1"/>
          <p:nvPr/>
        </p:nvSpPr>
        <p:spPr>
          <a:xfrm>
            <a:off x="756000" y="5878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Email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voyazok11@gmail.com</a:t>
            </a:r>
          </a:p>
        </p:txBody>
      </p:sp>
      <p:sp>
        <p:nvSpPr>
          <p:cNvPr id="968" name="GitHub"/>
          <p:cNvSpPr txBox="1"/>
          <p:nvPr/>
        </p:nvSpPr>
        <p:spPr>
          <a:xfrm>
            <a:off x="756000" y="6022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github.com/jerryi2501</a:t>
            </a:r>
          </a:p>
        </p:txBody>
      </p:sp>
      <p:sp>
        <p:nvSpPr>
          <p:cNvPr id="969" name="カナ"/>
          <p:cNvSpPr txBox="1"/>
          <p:nvPr/>
        </p:nvSpPr>
        <p:spPr>
          <a:xfrm>
            <a:off x="4032000" y="456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グエン ディン タイ</a:t>
            </a:r>
          </a:p>
        </p:txBody>
      </p:sp>
      <p:sp>
        <p:nvSpPr>
          <p:cNvPr id="970" name="氏名"/>
          <p:cNvSpPr txBox="1"/>
          <p:nvPr/>
        </p:nvSpPr>
        <p:spPr>
          <a:xfrm>
            <a:off x="4032000" y="4680000"/>
            <a:ext cx="2772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3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NGUYEN DINH THAI</a:t>
            </a:r>
          </a:p>
        </p:txBody>
      </p:sp>
      <p:sp>
        <p:nvSpPr>
          <p:cNvPr id="971" name="学校"/>
          <p:cNvSpPr txBox="1"/>
          <p:nvPr/>
        </p:nvSpPr>
        <p:spPr>
          <a:xfrm>
            <a:off x="4032000" y="496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8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ECCコンピュータ専門学校</a:t>
            </a:r>
          </a:p>
        </p:txBody>
      </p:sp>
      <p:sp>
        <p:nvSpPr>
          <p:cNvPr id="972" name="学科"/>
          <p:cNvSpPr txBox="1"/>
          <p:nvPr/>
        </p:nvSpPr>
        <p:spPr>
          <a:xfrm>
            <a:off x="4032000" y="510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マルチメディア研究学科　IT開発研究コース　2年</a:t>
            </a:r>
          </a:p>
        </p:txBody>
      </p:sp>
      <p:sp>
        <p:nvSpPr>
          <p:cNvPr id="973" name="卒業年"/>
          <p:cNvSpPr txBox="1"/>
          <p:nvPr/>
        </p:nvSpPr>
        <p:spPr>
          <a:xfrm>
            <a:off x="4032000" y="523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2028年3月卒業予定（28卒）</a:t>
            </a:r>
          </a:p>
        </p:txBody>
      </p:sp>
      <p:sp>
        <p:nvSpPr>
          <p:cNvPr id="974" name="罫"/>
          <p:cNvSpPr/>
          <p:nvPr/>
        </p:nvSpPr>
        <p:spPr>
          <a:xfrm>
            <a:off x="4032000" y="5392800"/>
            <a:ext cx="2772000" cy="72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75" name="志望職種"/>
          <p:cNvSpPr txBox="1"/>
          <p:nvPr/>
        </p:nvSpPr>
        <p:spPr>
          <a:xfrm>
            <a:off x="4032000" y="54792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Webアプリケーションエンジニア／サーバーサイド志望</a:t>
            </a:r>
          </a:p>
        </p:txBody>
      </p:sp>
      <p:sp>
        <p:nvSpPr>
          <p:cNvPr id="976" name="使用技術"/>
          <p:cNvSpPr txBox="1"/>
          <p:nvPr/>
        </p:nvSpPr>
        <p:spPr>
          <a:xfrm>
            <a:off x="4032000" y="564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21・Spring Boot 3・PostgreSQL・React 19</a:t>
            </a:r>
          </a:p>
        </p:txBody>
      </p:sp>
      <p:sp>
        <p:nvSpPr>
          <p:cNvPr id="977" name="メール"/>
          <p:cNvSpPr txBox="1"/>
          <p:nvPr/>
        </p:nvSpPr>
        <p:spPr>
          <a:xfrm>
            <a:off x="4032000" y="5878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Email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voyazok11@gmail.com</a:t>
            </a:r>
          </a:p>
        </p:txBody>
      </p:sp>
      <p:sp>
        <p:nvSpPr>
          <p:cNvPr id="978" name="GitHub"/>
          <p:cNvSpPr txBox="1"/>
          <p:nvPr/>
        </p:nvSpPr>
        <p:spPr>
          <a:xfrm>
            <a:off x="4032000" y="6022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github.com/jerryi2501</a:t>
            </a:r>
          </a:p>
        </p:txBody>
      </p:sp>
      <p:sp>
        <p:nvSpPr>
          <p:cNvPr id="979" name="カナ"/>
          <p:cNvSpPr txBox="1"/>
          <p:nvPr/>
        </p:nvSpPr>
        <p:spPr>
          <a:xfrm>
            <a:off x="756000" y="654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グエン ディン タイ</a:t>
            </a:r>
          </a:p>
        </p:txBody>
      </p:sp>
      <p:sp>
        <p:nvSpPr>
          <p:cNvPr id="980" name="氏名"/>
          <p:cNvSpPr txBox="1"/>
          <p:nvPr/>
        </p:nvSpPr>
        <p:spPr>
          <a:xfrm>
            <a:off x="756000" y="6660000"/>
            <a:ext cx="2772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3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NGUYEN DINH THAI</a:t>
            </a:r>
          </a:p>
        </p:txBody>
      </p:sp>
      <p:sp>
        <p:nvSpPr>
          <p:cNvPr id="981" name="学校"/>
          <p:cNvSpPr txBox="1"/>
          <p:nvPr/>
        </p:nvSpPr>
        <p:spPr>
          <a:xfrm>
            <a:off x="756000" y="694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8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ECCコンピュータ専門学校</a:t>
            </a:r>
          </a:p>
        </p:txBody>
      </p:sp>
      <p:sp>
        <p:nvSpPr>
          <p:cNvPr id="982" name="学科"/>
          <p:cNvSpPr txBox="1"/>
          <p:nvPr/>
        </p:nvSpPr>
        <p:spPr>
          <a:xfrm>
            <a:off x="756000" y="708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マルチメディア研究学科　IT開発研究コース　2年</a:t>
            </a:r>
          </a:p>
        </p:txBody>
      </p:sp>
      <p:sp>
        <p:nvSpPr>
          <p:cNvPr id="983" name="卒業年"/>
          <p:cNvSpPr txBox="1"/>
          <p:nvPr/>
        </p:nvSpPr>
        <p:spPr>
          <a:xfrm>
            <a:off x="756000" y="721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2028年3月卒業予定（28卒）</a:t>
            </a:r>
          </a:p>
        </p:txBody>
      </p:sp>
      <p:sp>
        <p:nvSpPr>
          <p:cNvPr id="984" name="罫"/>
          <p:cNvSpPr/>
          <p:nvPr/>
        </p:nvSpPr>
        <p:spPr>
          <a:xfrm>
            <a:off x="756000" y="7372800"/>
            <a:ext cx="2772000" cy="72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85" name="志望職種"/>
          <p:cNvSpPr txBox="1"/>
          <p:nvPr/>
        </p:nvSpPr>
        <p:spPr>
          <a:xfrm>
            <a:off x="756000" y="74592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Webアプリケーションエンジニア／サーバーサイド志望</a:t>
            </a:r>
          </a:p>
        </p:txBody>
      </p:sp>
      <p:sp>
        <p:nvSpPr>
          <p:cNvPr id="986" name="使用技術"/>
          <p:cNvSpPr txBox="1"/>
          <p:nvPr/>
        </p:nvSpPr>
        <p:spPr>
          <a:xfrm>
            <a:off x="756000" y="762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21・Spring Boot 3・PostgreSQL・React 19</a:t>
            </a:r>
          </a:p>
        </p:txBody>
      </p:sp>
      <p:sp>
        <p:nvSpPr>
          <p:cNvPr id="987" name="メール"/>
          <p:cNvSpPr txBox="1"/>
          <p:nvPr/>
        </p:nvSpPr>
        <p:spPr>
          <a:xfrm>
            <a:off x="756000" y="7858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Email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voyazok11@gmail.com</a:t>
            </a:r>
          </a:p>
        </p:txBody>
      </p:sp>
      <p:sp>
        <p:nvSpPr>
          <p:cNvPr id="988" name="GitHub"/>
          <p:cNvSpPr txBox="1"/>
          <p:nvPr/>
        </p:nvSpPr>
        <p:spPr>
          <a:xfrm>
            <a:off x="756000" y="8002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github.com/jerryi2501</a:t>
            </a:r>
          </a:p>
        </p:txBody>
      </p:sp>
      <p:sp>
        <p:nvSpPr>
          <p:cNvPr id="989" name="カナ"/>
          <p:cNvSpPr txBox="1"/>
          <p:nvPr/>
        </p:nvSpPr>
        <p:spPr>
          <a:xfrm>
            <a:off x="4032000" y="654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グエン ディン タイ</a:t>
            </a:r>
          </a:p>
        </p:txBody>
      </p:sp>
      <p:sp>
        <p:nvSpPr>
          <p:cNvPr id="990" name="氏名"/>
          <p:cNvSpPr txBox="1"/>
          <p:nvPr/>
        </p:nvSpPr>
        <p:spPr>
          <a:xfrm>
            <a:off x="4032000" y="6660000"/>
            <a:ext cx="2772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3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NGUYEN DINH THAI</a:t>
            </a:r>
          </a:p>
        </p:txBody>
      </p:sp>
      <p:sp>
        <p:nvSpPr>
          <p:cNvPr id="991" name="学校"/>
          <p:cNvSpPr txBox="1"/>
          <p:nvPr/>
        </p:nvSpPr>
        <p:spPr>
          <a:xfrm>
            <a:off x="4032000" y="694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8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ECCコンピュータ専門学校</a:t>
            </a:r>
          </a:p>
        </p:txBody>
      </p:sp>
      <p:sp>
        <p:nvSpPr>
          <p:cNvPr id="992" name="学科"/>
          <p:cNvSpPr txBox="1"/>
          <p:nvPr/>
        </p:nvSpPr>
        <p:spPr>
          <a:xfrm>
            <a:off x="4032000" y="708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マルチメディア研究学科　IT開発研究コース　2年</a:t>
            </a:r>
          </a:p>
        </p:txBody>
      </p:sp>
      <p:sp>
        <p:nvSpPr>
          <p:cNvPr id="993" name="卒業年"/>
          <p:cNvSpPr txBox="1"/>
          <p:nvPr/>
        </p:nvSpPr>
        <p:spPr>
          <a:xfrm>
            <a:off x="4032000" y="721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2028年3月卒業予定（28卒）</a:t>
            </a:r>
          </a:p>
        </p:txBody>
      </p:sp>
      <p:sp>
        <p:nvSpPr>
          <p:cNvPr id="994" name="罫"/>
          <p:cNvSpPr/>
          <p:nvPr/>
        </p:nvSpPr>
        <p:spPr>
          <a:xfrm>
            <a:off x="4032000" y="7372800"/>
            <a:ext cx="2772000" cy="72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995" name="志望職種"/>
          <p:cNvSpPr txBox="1"/>
          <p:nvPr/>
        </p:nvSpPr>
        <p:spPr>
          <a:xfrm>
            <a:off x="4032000" y="74592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Webアプリケーションエンジニア／サーバーサイド志望</a:t>
            </a:r>
          </a:p>
        </p:txBody>
      </p:sp>
      <p:sp>
        <p:nvSpPr>
          <p:cNvPr id="996" name="使用技術"/>
          <p:cNvSpPr txBox="1"/>
          <p:nvPr/>
        </p:nvSpPr>
        <p:spPr>
          <a:xfrm>
            <a:off x="4032000" y="762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21・Spring Boot 3・PostgreSQL・React 19</a:t>
            </a:r>
          </a:p>
        </p:txBody>
      </p:sp>
      <p:sp>
        <p:nvSpPr>
          <p:cNvPr id="997" name="メール"/>
          <p:cNvSpPr txBox="1"/>
          <p:nvPr/>
        </p:nvSpPr>
        <p:spPr>
          <a:xfrm>
            <a:off x="4032000" y="7858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Email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voyazok11@gmail.com</a:t>
            </a:r>
          </a:p>
        </p:txBody>
      </p:sp>
      <p:sp>
        <p:nvSpPr>
          <p:cNvPr id="998" name="GitHub"/>
          <p:cNvSpPr txBox="1"/>
          <p:nvPr/>
        </p:nvSpPr>
        <p:spPr>
          <a:xfrm>
            <a:off x="4032000" y="8002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github.com/jerryi2501</a:t>
            </a:r>
          </a:p>
        </p:txBody>
      </p:sp>
      <p:sp>
        <p:nvSpPr>
          <p:cNvPr id="999" name="カナ"/>
          <p:cNvSpPr txBox="1"/>
          <p:nvPr/>
        </p:nvSpPr>
        <p:spPr>
          <a:xfrm>
            <a:off x="756000" y="852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グエン ディン タイ</a:t>
            </a:r>
          </a:p>
        </p:txBody>
      </p:sp>
      <p:sp>
        <p:nvSpPr>
          <p:cNvPr id="1000" name="氏名"/>
          <p:cNvSpPr txBox="1"/>
          <p:nvPr/>
        </p:nvSpPr>
        <p:spPr>
          <a:xfrm>
            <a:off x="756000" y="8640000"/>
            <a:ext cx="2772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3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NGUYEN DINH THAI</a:t>
            </a:r>
          </a:p>
        </p:txBody>
      </p:sp>
      <p:sp>
        <p:nvSpPr>
          <p:cNvPr id="1001" name="学校"/>
          <p:cNvSpPr txBox="1"/>
          <p:nvPr/>
        </p:nvSpPr>
        <p:spPr>
          <a:xfrm>
            <a:off x="756000" y="892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8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ECCコンピュータ専門学校</a:t>
            </a:r>
          </a:p>
        </p:txBody>
      </p:sp>
      <p:sp>
        <p:nvSpPr>
          <p:cNvPr id="1002" name="学科"/>
          <p:cNvSpPr txBox="1"/>
          <p:nvPr/>
        </p:nvSpPr>
        <p:spPr>
          <a:xfrm>
            <a:off x="756000" y="906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マルチメディア研究学科　IT開発研究コース　2年</a:t>
            </a:r>
          </a:p>
        </p:txBody>
      </p:sp>
      <p:sp>
        <p:nvSpPr>
          <p:cNvPr id="1003" name="卒業年"/>
          <p:cNvSpPr txBox="1"/>
          <p:nvPr/>
        </p:nvSpPr>
        <p:spPr>
          <a:xfrm>
            <a:off x="756000" y="919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2028年3月卒業予定（28卒）</a:t>
            </a:r>
          </a:p>
        </p:txBody>
      </p:sp>
      <p:sp>
        <p:nvSpPr>
          <p:cNvPr id="1004" name="罫"/>
          <p:cNvSpPr/>
          <p:nvPr/>
        </p:nvSpPr>
        <p:spPr>
          <a:xfrm>
            <a:off x="756000" y="9352800"/>
            <a:ext cx="2772000" cy="72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1005" name="志望職種"/>
          <p:cNvSpPr txBox="1"/>
          <p:nvPr/>
        </p:nvSpPr>
        <p:spPr>
          <a:xfrm>
            <a:off x="756000" y="94392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Webアプリケーションエンジニア／サーバーサイド志望</a:t>
            </a:r>
          </a:p>
        </p:txBody>
      </p:sp>
      <p:sp>
        <p:nvSpPr>
          <p:cNvPr id="1006" name="使用技術"/>
          <p:cNvSpPr txBox="1"/>
          <p:nvPr/>
        </p:nvSpPr>
        <p:spPr>
          <a:xfrm>
            <a:off x="756000" y="960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21・Spring Boot 3・PostgreSQL・React 19</a:t>
            </a:r>
          </a:p>
        </p:txBody>
      </p:sp>
      <p:sp>
        <p:nvSpPr>
          <p:cNvPr id="1007" name="メール"/>
          <p:cNvSpPr txBox="1"/>
          <p:nvPr/>
        </p:nvSpPr>
        <p:spPr>
          <a:xfrm>
            <a:off x="756000" y="9838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Email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voyazok11@gmail.com</a:t>
            </a:r>
          </a:p>
        </p:txBody>
      </p:sp>
      <p:sp>
        <p:nvSpPr>
          <p:cNvPr id="1008" name="GitHub"/>
          <p:cNvSpPr txBox="1"/>
          <p:nvPr/>
        </p:nvSpPr>
        <p:spPr>
          <a:xfrm>
            <a:off x="756000" y="9982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github.com/jerryi2501</a:t>
            </a:r>
          </a:p>
        </p:txBody>
      </p:sp>
      <p:sp>
        <p:nvSpPr>
          <p:cNvPr id="1009" name="カナ"/>
          <p:cNvSpPr txBox="1"/>
          <p:nvPr/>
        </p:nvSpPr>
        <p:spPr>
          <a:xfrm>
            <a:off x="4032000" y="852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グエン ディン タイ</a:t>
            </a:r>
          </a:p>
        </p:txBody>
      </p:sp>
      <p:sp>
        <p:nvSpPr>
          <p:cNvPr id="1010" name="氏名"/>
          <p:cNvSpPr txBox="1"/>
          <p:nvPr/>
        </p:nvSpPr>
        <p:spPr>
          <a:xfrm>
            <a:off x="4032000" y="8640000"/>
            <a:ext cx="2772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13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NGUYEN DINH THAI</a:t>
            </a:r>
          </a:p>
        </p:txBody>
      </p:sp>
      <p:sp>
        <p:nvSpPr>
          <p:cNvPr id="1011" name="学校"/>
          <p:cNvSpPr txBox="1"/>
          <p:nvPr/>
        </p:nvSpPr>
        <p:spPr>
          <a:xfrm>
            <a:off x="4032000" y="892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80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ECCコンピュータ専門学校</a:t>
            </a:r>
          </a:p>
        </p:txBody>
      </p:sp>
      <p:sp>
        <p:nvSpPr>
          <p:cNvPr id="1012" name="学科"/>
          <p:cNvSpPr txBox="1"/>
          <p:nvPr/>
        </p:nvSpPr>
        <p:spPr>
          <a:xfrm>
            <a:off x="4032000" y="906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マルチメディア研究学科　IT開発研究コース　2年</a:t>
            </a:r>
          </a:p>
        </p:txBody>
      </p:sp>
      <p:sp>
        <p:nvSpPr>
          <p:cNvPr id="1013" name="卒業年"/>
          <p:cNvSpPr txBox="1"/>
          <p:nvPr/>
        </p:nvSpPr>
        <p:spPr>
          <a:xfrm>
            <a:off x="4032000" y="9190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2028年3月卒業予定（28卒）</a:t>
            </a:r>
          </a:p>
        </p:txBody>
      </p:sp>
      <p:sp>
        <p:nvSpPr>
          <p:cNvPr id="1014" name="罫"/>
          <p:cNvSpPr/>
          <p:nvPr/>
        </p:nvSpPr>
        <p:spPr>
          <a:xfrm>
            <a:off x="4032000" y="9352800"/>
            <a:ext cx="2772000" cy="72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lIns="32400" tIns="19440" rIns="32400" bIns="1944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9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/>
            </a:r>
          </a:p>
        </p:txBody>
      </p:sp>
      <p:sp>
        <p:nvSpPr>
          <p:cNvPr id="1015" name="志望職種"/>
          <p:cNvSpPr txBox="1"/>
          <p:nvPr/>
        </p:nvSpPr>
        <p:spPr>
          <a:xfrm>
            <a:off x="4032000" y="94392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50" b="1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Webアプリケーションエンジニア／サーバーサイド志望</a:t>
            </a:r>
          </a:p>
        </p:txBody>
      </p:sp>
      <p:sp>
        <p:nvSpPr>
          <p:cNvPr id="1016" name="使用技術"/>
          <p:cNvSpPr txBox="1"/>
          <p:nvPr/>
        </p:nvSpPr>
        <p:spPr>
          <a:xfrm>
            <a:off x="4032000" y="9604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650" b="0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Java 21・Spring Boot 3・PostgreSQL・React 19</a:t>
            </a:r>
          </a:p>
        </p:txBody>
      </p:sp>
      <p:sp>
        <p:nvSpPr>
          <p:cNvPr id="1017" name="メール"/>
          <p:cNvSpPr txBox="1"/>
          <p:nvPr/>
        </p:nvSpPr>
        <p:spPr>
          <a:xfrm>
            <a:off x="4032000" y="9838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Email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voyazok11@gmail.com</a:t>
            </a:r>
          </a:p>
        </p:txBody>
      </p:sp>
      <p:sp>
        <p:nvSpPr>
          <p:cNvPr id="1018" name="GitHub"/>
          <p:cNvSpPr txBox="1"/>
          <p:nvPr/>
        </p:nvSpPr>
        <p:spPr>
          <a:xfrm>
            <a:off x="4032000" y="9982800"/>
            <a:ext cx="2772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kumimoji="1" lang="ja-JP" altLang="en-US" sz="700" b="1" dirty="0">
                <a:solidFill>
                  <a:srgbClr val="595959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　</a:t>
            </a:r>
            <a:r>
              <a:rPr kumimoji="1" lang="ja-JP" altLang="en-US" sz="700" b="0" dirty="0">
                <a:solidFill>
                  <a:srgbClr val="1A1A1A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github.com/jerryi2501</a:t>
            </a:r>
          </a:p>
        </p:txBody>
      </p:sp>
    </p:spTree>
    <p:extLst>
      <p:ext uri="{BB962C8B-B14F-4D97-AF65-F5344CB8AC3E}">
        <p14:creationId xmlns:p14="http://schemas.microsoft.com/office/powerpoint/2010/main" val="304589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7813</TotalTime>
  <Words>36</Words>
  <Application>Microsoft Macintosh PowerPoint</Application>
  <PresentationFormat>ユーザー設定</PresentationFormat>
  <Paragraphs>18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</vt:lpstr>
      <vt:lpstr>Yu Mincho Demibold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User</dc:creator>
  <cp:lastModifiedBy>akio</cp:lastModifiedBy>
  <cp:revision>33</cp:revision>
  <cp:lastPrinted>2023-06-08T06:58:27Z</cp:lastPrinted>
  <dcterms:created xsi:type="dcterms:W3CDTF">2023-05-23T14:44:56Z</dcterms:created>
  <dcterms:modified xsi:type="dcterms:W3CDTF">2026-07-06T01:23:03Z</dcterms:modified>
</cp:coreProperties>
</file>